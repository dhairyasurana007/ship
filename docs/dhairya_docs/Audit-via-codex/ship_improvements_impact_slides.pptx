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3B2F"/>
                </a:solidFill>
                <a:latin typeface="Aptos"/>
              </a:rPr>
              <a:t>Ship Improvements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1F1F"/>
                </a:solidFill>
                <a:latin typeface="Aptos"/>
              </a:rPr>
              <a:t>How the code changes improved reliability, maintainability, and user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Focused on practical engineering improvements across core quality areas.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Prioritized changes that reduce risk in real user workflows.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Captured outcomes using repeatable, deterministic measurement workflows.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3B2F"/>
                </a:solidFill>
                <a:latin typeface="Aptos"/>
              </a:rPr>
              <a:t>What Improved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Type safety posture improved through stronger constraints and cleaner patterns.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Frontend loading behavior improved through better code-splitting decisions.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Database behavior became easier to inspect and reason about.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Runtime resilience improved through clearer error handling paths.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Accessibility improved through keyboard and contrast-focused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3B2F"/>
                </a:solidFill>
                <a:latin typeface="Aptos"/>
              </a:rPr>
              <a:t>Product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The application is more predictable under live usage conditions.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Performance bottlenecks are now clearer, making prioritization easier.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Failure modes are easier to identify and investigate.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Delivery confidence improved because changes are evidence-backed.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3B2F"/>
                </a:solidFill>
                <a:latin typeface="Aptos"/>
              </a:rPr>
              <a:t>Engineering Workflow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Measurement collection shifted toward deterministic command-driven execution.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Evidence is now centralized for reruns and side-by-side comparison.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Instrumentation supports faster root-cause analysis in critical paths.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Documentation now maps implementation choices to practical outcomes.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3B2F"/>
                </a:solidFill>
                <a:latin typeface="Aptos"/>
              </a:rP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AI was helpful for exploration and synthesis, but deterministic tooling was better for measurement execution.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A command-based workflow produced more trustworthy measurement outputs.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Deploying earlier would have improved baseline capture quality.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After local environment instability, live-environment measurement gave a truer user-facing picture.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A CE-skills workflow helped structure execution and reflection.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23B2F"/>
                </a:solidFill>
                <a:latin typeface="Aptos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6070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The code changes improved system quality, clarity, and confidence.</a:t>
            </a:r>
          </a:p>
          <a:p>
            <a:pPr>
              <a:spcAft>
                <a:spcPts val="1000"/>
              </a:spcAft>
              <a:defRPr sz="2200">
                <a:solidFill>
                  <a:srgbClr val="1F1F1F"/>
                </a:solidFill>
                <a:latin typeface="Aptos"/>
              </a:defRPr>
            </a:pPr>
            <a:r>
              <a:t>The project is in a stronger position for future iteration.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