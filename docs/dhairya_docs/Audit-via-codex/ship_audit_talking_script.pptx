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Ship Audit Talking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46304"/>
            <a:ext cx="2834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CE6F5"/>
                </a:solidFill>
                <a:latin typeface="Segoe UI"/>
              </a:defRPr>
            </a:pPr>
            <a:r>
              <a:t>U.S. DEPARTMENT OF THE TREASURY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B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18872"/>
            <a:ext cx="59481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92824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5F7F"/>
                </a:solidFill>
                <a:latin typeface="Segoe UI"/>
              </a:defRPr>
            </a:pPr>
            <a:r>
              <a:t>Ship Audit ? Stakeholder Briefing ? 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11183112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>
                <a:solidFill>
                  <a:srgbClr val="002D72"/>
                </a:solidFill>
                <a:latin typeface="Segoe UI Semibold"/>
              </a:defRPr>
            </a:pPr>
            <a:r>
              <a:t>Clear, category-by-category talking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241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82538"/>
                </a:solidFill>
                <a:latin typeface="Segoe UI"/>
              </a:defRPr>
            </a:pPr>
            <a:r>
              <a:t>Focus: what was measured, what was found, and how users are affected.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Category 1: Type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46304"/>
            <a:ext cx="2834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CE6F5"/>
                </a:solidFill>
                <a:latin typeface="Segoe UI"/>
              </a:defRPr>
            </a:pPr>
            <a:r>
              <a:t>U.S. DEPARTMENT OF THE TREASURY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B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18872"/>
            <a:ext cx="59481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92824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5F7F"/>
                </a:solidFill>
                <a:latin typeface="Segoe UI"/>
              </a:defRPr>
            </a:pPr>
            <a:r>
              <a:t>Ship Audit ? Stakeholder Briefing ? 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83112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Type safety checks were measured across the codebase.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A full TypeScript scan and compiler diagnostics were used.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Many bypass patterns were found, mostly in API routes and tests.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This raises runtime bug risk and can lead to unstable behavior or wrong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Category 2: Bundle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46304"/>
            <a:ext cx="2834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CE6F5"/>
                </a:solidFill>
                <a:latin typeface="Segoe UI"/>
              </a:defRPr>
            </a:pPr>
            <a:r>
              <a:t>U.S. DEPARTMENT OF THE TREASURY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B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18872"/>
            <a:ext cx="59481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92824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5F7F"/>
                </a:solidFill>
                <a:latin typeface="Segoe UI"/>
              </a:defRPr>
            </a:pPr>
            <a:r>
              <a:t>Ship Audit ? Stakeholder Briefing ? 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83112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Total production bundle size and largest chunk size were measured.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A production build, sourcemaps, and a treemap were used for analysis.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One oversized main chunk and heavy startup dependencies were found.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Users wait longer before the app becomes usable, especially on slower networks.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Category 3: API Response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46304"/>
            <a:ext cx="2834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CE6F5"/>
                </a:solidFill>
                <a:latin typeface="Segoe UI"/>
              </a:defRPr>
            </a:pPr>
            <a:r>
              <a:t>U.S. DEPARTMENT OF THE TREASURY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B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18872"/>
            <a:ext cx="59481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92824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5F7F"/>
                </a:solidFill>
                <a:latin typeface="Segoe UI"/>
              </a:defRPr>
            </a:pPr>
            <a:r>
              <a:t>Ship Audit ? Stakeholder Briefing ? 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83112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P50, P95, and P99 latency were measured on five key endpoints.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Tests were run at 10, 25, and 50 concurrent connections on seeded data.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The documents endpoint is the primary bottleneck; issues also degrades under load.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Users feel lag during busy team sessions.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Category 4: Database Query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46304"/>
            <a:ext cx="2834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CE6F5"/>
                </a:solidFill>
                <a:latin typeface="Segoe UI"/>
              </a:defRPr>
            </a:pPr>
            <a:r>
              <a:t>U.S. DEPARTMENT OF THE TREASURY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B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18872"/>
            <a:ext cx="59481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92824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5F7F"/>
                </a:solidFill>
                <a:latin typeface="Segoe UI"/>
              </a:defRPr>
            </a:pPr>
            <a:r>
              <a:t>Ship Audit ? Stakeholder Briefing ? 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83112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Query count per flow, slowest query time, and N+1 risk were measured.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Flow-level SQL capture and EXPLAIN ANALYZE were used.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No N+1 pattern was detected, but search shows inefficient scan behavior.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Search can get slower as data volume grows.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Category 5: Test Coverage and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46304"/>
            <a:ext cx="2834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CE6F5"/>
                </a:solidFill>
                <a:latin typeface="Segoe UI"/>
              </a:defRPr>
            </a:pPr>
            <a:r>
              <a:t>U.S. DEPARTMENT OF THE TREASURY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B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18872"/>
            <a:ext cx="59481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92824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5F7F"/>
                </a:solidFill>
                <a:latin typeface="Segoe UI"/>
              </a:defRPr>
            </a:pPr>
            <a:r>
              <a:t>Ship Audit ? Stakeholder Briefing ? 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83112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Test count, failures, runtime, and coverage were measured.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Test runs were repeated three times to check reliability.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Persistent web test failures and low frontend branch coverage were found.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This increases the chance that regressions reach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Category 6: Runtime Errors and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46304"/>
            <a:ext cx="2834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CE6F5"/>
                </a:solidFill>
                <a:latin typeface="Segoe UI"/>
              </a:defRPr>
            </a:pPr>
            <a:r>
              <a:t>U.S. DEPARTMENT OF THE TREASURY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B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18872"/>
            <a:ext cx="59481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92824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5F7F"/>
                </a:solidFill>
                <a:latin typeface="Segoe UI"/>
              </a:defRPr>
            </a:pPr>
            <a:r>
              <a:t>Ship Audit ? Stakeholder Briefing ? 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83112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Malformed input, disconnect recovery, 3G behavior, and concurrent edits were tested.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Server-side unhandled error handling was also reviewed.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A CORS mismatch and missing global crash handlers were found.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Last-write-wins concurrent edits create silent overwrite risk for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Category 7: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46304"/>
            <a:ext cx="2834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CE6F5"/>
                </a:solidFill>
                <a:latin typeface="Segoe UI"/>
              </a:defRPr>
            </a:pPr>
            <a:r>
              <a:t>U.S. DEPARTMENT OF THE TREASURY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B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18872"/>
            <a:ext cx="59481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92824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5F7F"/>
                </a:solidFill>
                <a:latin typeface="Segoe UI"/>
              </a:defRPr>
            </a:pPr>
            <a:r>
              <a:t>Ship Audit ? Stakeholder Briefing ? 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83112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Lighthouse, Axe, keyboard checks, and NVDA screen reader checks were run.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Serious color contrast issues were found.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Keyboard and screen-reader quality verification remains partial.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Users relying on assistive technology may face real barriers.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46304"/>
            <a:ext cx="2834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CE6F5"/>
                </a:solidFill>
                <a:latin typeface="Segoe UI"/>
              </a:defRPr>
            </a:pPr>
            <a:r>
              <a:t>U.S. DEPARTMENT OF THE TREASURY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B3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18872"/>
            <a:ext cx="59481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92824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5F7F"/>
                </a:solidFill>
                <a:latin typeface="Segoe UI"/>
              </a:defRPr>
            </a:pPr>
            <a:r>
              <a:t>Ship Audit ? Stakeholder Briefing ? 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83112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Ship has a solid foundation but is not fully production-hardened yet.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Top user-facing risks are performance under load, resilience during failures, and accessibility gaps.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300">
                <a:solidFill>
                  <a:srgbClr val="182538"/>
                </a:solidFill>
                <a:latin typeface="Segoe UI"/>
              </a:defRPr>
            </a:pPr>
            <a:r>
              <a:t>Several high-impact fixes are low-to-medium effort and should be prioritized.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